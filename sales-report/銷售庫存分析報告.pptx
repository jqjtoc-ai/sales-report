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銷售與庫存分析報告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數據期間：2026年3月1日 - 3月18日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📈 核心指標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銷售總金額：¥7,134,912 (713.5萬)</a:t>
            </a:r>
          </a:p>
          <a:p>
            <a:pPr>
              <a:spcAft>
                <a:spcPts val="1200"/>
              </a:spcAft>
              <a:defRPr sz="2000"/>
            </a:pPr>
            <a:r>
              <a:t>• 毛利金額：¥2,458,558 (245.9萬)</a:t>
            </a:r>
          </a:p>
          <a:p>
            <a:pPr>
              <a:spcAft>
                <a:spcPts val="1200"/>
              </a:spcAft>
              <a:defRPr sz="2000"/>
            </a:pPr>
            <a:r>
              <a:t>• 毛利率：34.5%</a:t>
            </a:r>
          </a:p>
          <a:p>
            <a:pPr>
              <a:spcAft>
                <a:spcPts val="1200"/>
              </a:spcAft>
              <a:defRPr sz="2000"/>
            </a:pPr>
            <a:r>
              <a:t>• 庫存成本總額：¥22,110,273 (2,211萬)</a:t>
            </a:r>
          </a:p>
          <a:p>
            <a:pPr>
              <a:spcAft>
                <a:spcPts val="1200"/>
              </a:spcAft>
              <a:defRPr sz="2000"/>
            </a:pPr>
            <a:r>
              <a:t>• 銷售筆數：44,084筆</a:t>
            </a:r>
          </a:p>
          <a:p>
            <a:pPr>
              <a:spcAft>
                <a:spcPts val="1200"/>
              </a:spcAft>
              <a:defRPr sz="2000"/>
            </a:pPr>
            <a:r>
              <a:t>• 庫存商品種數：23,295種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🏢 部門銷售佔比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02北區包場-高州: 25.7%</a:t>
            </a:r>
          </a:p>
          <a:p>
            <a:pPr>
              <a:spcAft>
                <a:spcPts val="800"/>
              </a:spcAft>
              <a:defRPr sz="1600"/>
            </a:pPr>
            <a:r>
              <a:t>01南區包場: 24.7%</a:t>
            </a:r>
          </a:p>
          <a:p>
            <a:pPr>
              <a:spcAft>
                <a:spcPts val="800"/>
              </a:spcAft>
              <a:defRPr sz="1600"/>
            </a:pPr>
            <a:r>
              <a:t>05電白區: 10.0%</a:t>
            </a:r>
          </a:p>
          <a:p>
            <a:pPr>
              <a:spcAft>
                <a:spcPts val="800"/>
              </a:spcAft>
              <a:defRPr sz="1600"/>
            </a:pPr>
            <a:r>
              <a:t>06化州區: 8.5%</a:t>
            </a:r>
          </a:p>
          <a:p>
            <a:pPr>
              <a:spcAft>
                <a:spcPts val="800"/>
              </a:spcAft>
              <a:defRPr sz="1600"/>
            </a:pPr>
            <a:r>
              <a:t>04茂南區: 7.8%</a:t>
            </a:r>
          </a:p>
          <a:p>
            <a:pPr>
              <a:spcAft>
                <a:spcPts val="800"/>
              </a:spcAft>
              <a:defRPr sz="1600"/>
            </a:pPr>
            <a:r>
              <a:t>茂名銷售部: 7.5%</a:t>
            </a:r>
          </a:p>
          <a:p>
            <a:pPr>
              <a:spcAft>
                <a:spcPts val="800"/>
              </a:spcAft>
              <a:defRPr sz="1600"/>
            </a:pPr>
            <a:r>
              <a:t>07高州區: 7.0%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02北區包場-信宜: 4.1%</a:t>
            </a:r>
          </a:p>
          <a:p>
            <a:pPr>
              <a:spcAft>
                <a:spcPts val="800"/>
              </a:spcAft>
              <a:defRPr sz="1600"/>
            </a:pPr>
            <a:r>
              <a:t>08信宜區: 3.3%</a:t>
            </a:r>
          </a:p>
          <a:p>
            <a:pPr>
              <a:spcAft>
                <a:spcPts val="800"/>
              </a:spcAft>
              <a:defRPr sz="1600"/>
            </a:pPr>
            <a:r>
              <a:t>茂名市至匯貿易: 1.1%</a:t>
            </a:r>
          </a:p>
          <a:p>
            <a:pPr>
              <a:spcAft>
                <a:spcPts val="800"/>
              </a:spcAft>
              <a:defRPr sz="1600"/>
            </a:pPr>
            <a:r>
              <a:t>09包裝部: 0.1%</a:t>
            </a:r>
          </a:p>
          <a:p>
            <a:pPr>
              <a:spcAft>
                <a:spcPts val="800"/>
              </a:spcAft>
              <a:defRPr sz="1600"/>
            </a:pPr>
            <a:r>
              <a:t>茂名文員部: 0.1%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北區+南區佔總銷售50%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🏷️ Top 10 品牌銷售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1. 新五谷雜糧類: ¥443,430 (12.4%)</a:t>
            </a:r>
          </a:p>
          <a:p>
            <a:pPr>
              <a:spcAft>
                <a:spcPts val="1200"/>
              </a:spcAft>
              <a:defRPr sz="2000"/>
            </a:pPr>
            <a:r>
              <a:t>• 2. 愛鄉親: ¥338,183 (9.5%)</a:t>
            </a:r>
          </a:p>
          <a:p>
            <a:pPr>
              <a:spcAft>
                <a:spcPts val="1200"/>
              </a:spcAft>
              <a:defRPr sz="2000"/>
            </a:pPr>
            <a:r>
              <a:t>• 3. 豪士: ¥212,978 (6.0%)</a:t>
            </a:r>
          </a:p>
          <a:p>
            <a:pPr>
              <a:spcAft>
                <a:spcPts val="1200"/>
              </a:spcAft>
              <a:defRPr sz="2000"/>
            </a:pPr>
            <a:r>
              <a:t>• 4. 徐福記: ¥208,018 (5.8%)</a:t>
            </a:r>
          </a:p>
          <a:p>
            <a:pPr>
              <a:spcAft>
                <a:spcPts val="1200"/>
              </a:spcAft>
              <a:defRPr sz="2000"/>
            </a:pPr>
            <a:r>
              <a:t>• 5. 新涼果: ¥141,319 (4.0%)</a:t>
            </a:r>
          </a:p>
          <a:p>
            <a:pPr>
              <a:spcAft>
                <a:spcPts val="1200"/>
              </a:spcAft>
              <a:defRPr sz="2000"/>
            </a:pPr>
            <a:r>
              <a:t>• 6. 鹽津鋪子: ¥128,488 (3.6%)</a:t>
            </a:r>
          </a:p>
          <a:p>
            <a:pPr>
              <a:spcAft>
                <a:spcPts val="1200"/>
              </a:spcAft>
              <a:defRPr sz="2000"/>
            </a:pPr>
            <a:r>
              <a:t>• 7. 小恩愛: ¥116,912 (3.3%)</a:t>
            </a:r>
          </a:p>
          <a:p>
            <a:pPr>
              <a:spcAft>
                <a:spcPts val="1200"/>
              </a:spcAft>
              <a:defRPr sz="2000"/>
            </a:pPr>
            <a:r>
              <a:t>• 8. 甜蜜1派果凍: ¥116,218 (3.3%)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📦 三大品類銷售佔比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散稱 (散裝休閒食品): 34.5% (¥245.9萬)</a:t>
            </a:r>
          </a:p>
          <a:p>
            <a:pPr>
              <a:spcAft>
                <a:spcPts val="1200"/>
              </a:spcAft>
              <a:defRPr sz="2000"/>
            </a:pPr>
            <a:r>
              <a:t>• 五谷雜糧(含涼果): 8.1% (¥58.0萬)</a:t>
            </a:r>
          </a:p>
          <a:p>
            <a:pPr>
              <a:spcAft>
                <a:spcPts val="1200"/>
              </a:spcAft>
              <a:defRPr sz="2000"/>
            </a:pPr>
            <a:r>
              <a:t>• 定量 (包裝): 3.5% (¥24.9萬)</a:t>
            </a:r>
          </a:p>
          <a:p>
            <a:pPr>
              <a:spcAft>
                <a:spcPts val="1200"/>
              </a:spcAft>
              <a:defRPr sz="2000"/>
            </a:pPr>
            <a:r>
              <a:t>• 其他: 53.9%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⚠️ 滯銷商品 (Top 5，已排除物料)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1. 霸王花: 891天</a:t>
            </a:r>
          </a:p>
          <a:p>
            <a:pPr>
              <a:spcAft>
                <a:spcPts val="1200"/>
              </a:spcAft>
              <a:defRPr sz="2000"/>
            </a:pPr>
            <a:r>
              <a:t>• 2. 奧利奧荷氏炫果條: 327天</a:t>
            </a:r>
          </a:p>
          <a:p>
            <a:pPr>
              <a:spcAft>
                <a:spcPts val="1200"/>
              </a:spcAft>
              <a:defRPr sz="2000"/>
            </a:pPr>
            <a:r>
              <a:t>• 3. 瓜子梅: 231天</a:t>
            </a:r>
          </a:p>
          <a:p>
            <a:pPr>
              <a:spcAft>
                <a:spcPts val="1200"/>
              </a:spcAft>
              <a:defRPr sz="2000"/>
            </a:pPr>
            <a:r>
              <a:t>• 4. 玫瑰梅條: 227天</a:t>
            </a:r>
          </a:p>
          <a:p>
            <a:pPr>
              <a:spcAft>
                <a:spcPts val="1200"/>
              </a:spcAft>
              <a:defRPr sz="2000"/>
            </a:pPr>
            <a:r>
              <a:t>• 5. 雪梨乾: 219天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✅ 暢銷商品 (需補貨)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1. 寶豐龍金銀花龜苓膏: 5天</a:t>
            </a:r>
          </a:p>
          <a:p>
            <a:pPr>
              <a:spcAft>
                <a:spcPts val="1200"/>
              </a:spcAft>
              <a:defRPr sz="2000"/>
            </a:pPr>
            <a:r>
              <a:t>• 2. 甘竹豆豉鯪魚: 2天</a:t>
            </a:r>
          </a:p>
          <a:p>
            <a:pPr>
              <a:spcAft>
                <a:spcPts val="1200"/>
              </a:spcAft>
              <a:defRPr sz="2000"/>
            </a:pPr>
            <a:r>
              <a:t>• 3. 洽洽原香瓜子: 3天</a:t>
            </a:r>
          </a:p>
          <a:p>
            <a:pPr>
              <a:spcAft>
                <a:spcPts val="1200"/>
              </a:spcAft>
              <a:defRPr sz="2000"/>
            </a:pPr>
            <a:r>
              <a:t>• 4. 愛鄉親蛋奶華夫餅: 4天</a:t>
            </a:r>
          </a:p>
          <a:p>
            <a:pPr>
              <a:spcAft>
                <a:spcPts val="1200"/>
              </a:spcAft>
              <a:defRPr sz="2000"/>
            </a:pPr>
            <a:r>
              <a:t>• 5. 寶豐龍龜苓膏原味: 7天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💡 關鍵洞察與建議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✅ 優勢：銷售毛利率34.5%，處於行業正常水平</a:t>
            </a:r>
          </a:p>
          <a:p>
            <a:pPr>
              <a:spcAft>
                <a:spcPts val="1200"/>
              </a:spcAft>
              <a:defRPr sz="2000"/>
            </a:pPr>
            <a:r>
              <a:t>• ⚠️ 庫存風險：滯銷商品建議促銷或處理</a:t>
            </a:r>
          </a:p>
          <a:p>
            <a:pPr>
              <a:spcAft>
                <a:spcPts val="1200"/>
              </a:spcAft>
              <a:defRPr sz="2000"/>
            </a:pPr>
            <a:r>
              <a:t>• 🚨 補貨提醒：暢銷商品需緊急補貨避免斷貨</a:t>
            </a:r>
          </a:p>
          <a:p>
            <a:pPr>
              <a:spcAft>
                <a:spcPts val="1200"/>
              </a:spcAft>
              <a:defRPr sz="2000"/>
            </a:pPr>
            <a:r>
              <a:t>• 📌 行動：茂名雲倉庫存佔比25.7%，優先優化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